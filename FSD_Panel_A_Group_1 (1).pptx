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AA422-5594-46CE-9B06-8FB95C6E94A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A5EA1-4E81-4FF7-B671-FD48E6D2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1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94537968-BFB7-74EE-1904-EECDD22A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86383F38-F9B9-C927-0888-92B67833D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3AA7C681-470C-3C90-95A0-14C18029B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709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1CAA9D7B-5D94-18FE-E094-B7994967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E7BEA5E4-2FB2-7650-AE79-861E23652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A156E84D-D4ED-E303-96B2-923769CC0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372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CBBF1736-832A-729D-EA02-37178288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D9EC9F02-90B7-0E32-61BB-20194454A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6254A4CB-ADAB-4665-1C60-DD20E35D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508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19C5E4A9-D10B-2462-2CAE-7944C609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3C573FC1-A75E-A1B9-DD63-AF17B4C01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CB0300C7-7750-9CFB-C3AD-5D9E32E3D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89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A1AD3EA4-D3CE-F2A0-C836-B80CC767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737C773A-01DC-DBF0-D873-0CB32EC13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CE932A54-D712-D2B7-9117-3F38FD293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072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2797A89E-1E7E-519C-03F8-4CCCE695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396F970C-DE68-DBA2-ADF1-CC271EFE0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BF4F9105-E815-9353-0050-BB2C5AC4E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208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6DCFCCBD-DA56-DC10-E1E7-1BCBC656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CFD0F70D-C6FD-8414-1625-C5DFF21E8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450BE594-AAD8-F90B-1177-35A1B61B4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533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82821" y="0"/>
            <a:ext cx="1145507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809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01829" y="0"/>
            <a:ext cx="1126499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4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19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17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5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720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5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475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2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38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150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225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052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 txBox="1"/>
          <p:nvPr/>
        </p:nvSpPr>
        <p:spPr>
          <a:xfrm>
            <a:off x="1058099" y="1762649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School of Computer Science and Engineering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2467931" y="2419341"/>
            <a:ext cx="725613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Department  of Computer Engineering and Technology (DCET)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9624" y="100140"/>
            <a:ext cx="4221754" cy="13017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777923" y="3612248"/>
            <a:ext cx="1063615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800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Full Stack Development Project </a:t>
            </a:r>
            <a:br>
              <a:rPr lang="en-US" sz="2800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</a:br>
            <a:r>
              <a:rPr lang="en-US" sz="2800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Panel-X</a:t>
            </a:r>
          </a:p>
        </p:txBody>
      </p:sp>
      <p:sp>
        <p:nvSpPr>
          <p:cNvPr id="2" name="Google Shape;237;p1">
            <a:extLst>
              <a:ext uri="{FF2B5EF4-FFF2-40B4-BE49-F238E27FC236}">
                <a16:creationId xmlns:a16="http://schemas.microsoft.com/office/drawing/2014/main" id="{7A71C3C6-2D28-561A-E1C3-8A596C5DC166}"/>
              </a:ext>
            </a:extLst>
          </p:cNvPr>
          <p:cNvSpPr txBox="1"/>
          <p:nvPr/>
        </p:nvSpPr>
        <p:spPr>
          <a:xfrm>
            <a:off x="335471" y="5220652"/>
            <a:ext cx="5018193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PRNNO : Name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US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PRNNO : Name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US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PRNNO : Name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US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PRNNO : Name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lang="en-US" b="1" kern="0" dirty="0">
              <a:solidFill>
                <a:srgbClr val="002060"/>
              </a:solidFill>
              <a:latin typeface="Helvetica Neue"/>
              <a:ea typeface="Arial"/>
              <a:cs typeface="Arial"/>
              <a:sym typeface="Helvetica Neue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lang="en-US" b="1" kern="0" dirty="0">
              <a:solidFill>
                <a:srgbClr val="002060"/>
              </a:solidFill>
              <a:latin typeface="Helvetica Neue"/>
              <a:ea typeface="Arial"/>
              <a:cs typeface="Arial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819DBEF7-D4B5-2F72-6CDC-53424EE8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99929820-77C8-241B-F07C-73DE7A661A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" name="Google Shape;233;p1">
            <a:extLst>
              <a:ext uri="{FF2B5EF4-FFF2-40B4-BE49-F238E27FC236}">
                <a16:creationId xmlns:a16="http://schemas.microsoft.com/office/drawing/2014/main" id="{FD1EA14A-8DE2-85D1-C5CA-0291EAF42AA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Problem Statement &amp; Proposed Solution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6614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88DDD356-EA64-3397-835B-7386F50E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AE01F1E9-AEC0-C1EF-7D76-5F808FB30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20655B9A-0AB6-ACE3-0442-1DB6CB6E2DA6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Process Flow Diagram &amp; System Architecture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4412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6C7A9119-8DFA-0EB4-6BA9-DD30FA47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6043E473-82CB-9DDD-FA54-B4C9CA076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1E7A7E53-FB8E-6C78-C1D3-D5E5CA16DA4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Technical Stack with Reasoning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945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5231E0E5-2F4A-64EF-5D6F-B9FB8AF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938535A5-3845-C906-BB0F-D1DFDF07D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27203AA6-6F9F-B29E-0C67-220B62ECF5F8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Challenges Faced during development if Any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4381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4EE51925-123A-0826-7140-B57FF440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1724DB37-E2D9-9976-A2E5-0B50C67872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21F2DBF7-E177-4BEE-7A33-97F818B85872}"/>
              </a:ext>
            </a:extLst>
          </p:cNvPr>
          <p:cNvSpPr txBox="1"/>
          <p:nvPr/>
        </p:nvSpPr>
        <p:spPr>
          <a:xfrm>
            <a:off x="1058100" y="228444"/>
            <a:ext cx="10075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Limitation and scope of the project with future projection extension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9062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77291D8B-5BDF-762B-889C-EF7EEA2B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E0757F77-E042-DE7D-7831-0AC75B621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928D23C3-4AD4-CA06-D0B3-53D2500A9353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Working Demo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5864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9B786DEA-4A14-6A08-C59E-A65D2A60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81B6E922-73DB-07C0-23F9-BFB8C03498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EB157629-0113-D00F-40E3-64003C3AED6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Q/A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3588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3D56B6783A0748A3738F918A46CAB4" ma:contentTypeVersion="17" ma:contentTypeDescription="Create a new document." ma:contentTypeScope="" ma:versionID="6e41a76b0dc34f93baac9f52f61b4a56">
  <xsd:schema xmlns:xsd="http://www.w3.org/2001/XMLSchema" xmlns:xs="http://www.w3.org/2001/XMLSchema" xmlns:p="http://schemas.microsoft.com/office/2006/metadata/properties" xmlns:ns3="dad743f4-bdd2-4bd6-b73e-105263bf9679" xmlns:ns4="a92b8159-32d9-436c-84b6-b44b2798c3ae" targetNamespace="http://schemas.microsoft.com/office/2006/metadata/properties" ma:root="true" ma:fieldsID="0b3bfe5915bb9f42ffd2020dfa825105" ns3:_="" ns4:_="">
    <xsd:import namespace="dad743f4-bdd2-4bd6-b73e-105263bf9679"/>
    <xsd:import namespace="a92b8159-32d9-436c-84b6-b44b2798c3a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743f4-bdd2-4bd6-b73e-105263bf96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b8159-32d9-436c-84b6-b44b2798c3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d743f4-bdd2-4bd6-b73e-105263bf9679" xsi:nil="true"/>
  </documentManagement>
</p:properties>
</file>

<file path=customXml/itemProps1.xml><?xml version="1.0" encoding="utf-8"?>
<ds:datastoreItem xmlns:ds="http://schemas.openxmlformats.org/officeDocument/2006/customXml" ds:itemID="{2ABE224E-3841-47CC-AC9E-030D586A84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d743f4-bdd2-4bd6-b73e-105263bf9679"/>
    <ds:schemaRef ds:uri="a92b8159-32d9-436c-84b6-b44b2798c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C0B3FA-12E5-4204-8076-7CA92623A4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954FEC-1900-432E-B542-0EF3A7352026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a92b8159-32d9-436c-84b6-b44b2798c3ae"/>
    <ds:schemaRef ds:uri="dad743f4-bdd2-4bd6-b73e-105263bf96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77</Words>
  <Application>Microsoft Office PowerPoint</Application>
  <PresentationFormat>Widescreen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Helvetica Neue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DrPrasadPurnaye</dc:creator>
  <cp:lastModifiedBy>DrPrasadPurnaye</cp:lastModifiedBy>
  <cp:revision>1</cp:revision>
  <dcterms:created xsi:type="dcterms:W3CDTF">2024-11-05T05:13:38Z</dcterms:created>
  <dcterms:modified xsi:type="dcterms:W3CDTF">2024-11-05T08:01:04Z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0x010100123D56B6783A0748A3738F918A46CAB4</vt:lpwstr>
  </property>
</Properties>
</file>